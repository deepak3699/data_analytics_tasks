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C153-BC4D-2B70-BB14-B99E5CDE8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116A8-8D86-6C19-E56D-B7AD96077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D926A-2E2B-FAA0-8F33-11C908D1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DDE0-085B-4986-8753-5D72572D84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21216-2EDF-BDD3-01D2-78ACCE911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9C376-6CE2-32A8-4EEE-DE5C9A49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5C40-C122-4D2D-84E2-D589F6E9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1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B2FB-F0C9-12E1-5803-D2350DE4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8338F-FEAA-4467-617B-53B8A7B64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3C93B-66AB-F63D-6567-2F244FD6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DDE0-085B-4986-8753-5D72572D84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C400-3C3F-5E47-C345-CC7C6C74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3866C-DF52-0A88-AEA1-36B067587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5C40-C122-4D2D-84E2-D589F6E9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2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8BDD-F9DD-CD29-E941-8888042F2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EF4F6-9D8A-B59B-9BC0-56BE6C08A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74706-AB57-989B-42D8-1DB17FA9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DDE0-085B-4986-8753-5D72572D84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4977A-68CE-9A0C-4BF6-F05D8104D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BFF3C-6EEA-27B8-98BE-72FFE5F6D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5C40-C122-4D2D-84E2-D589F6E9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32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F466-550B-7B5B-6A13-55407AAE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A8CAC-E518-BF47-FB18-2EFF64F40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C68A8-10F5-6086-4B6F-E58DDC127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17300-713B-CABE-D67E-1B817154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DDE0-085B-4986-8753-5D72572D84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09CC6-5972-F6D0-2E33-E60534B0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19A12-0E97-31C2-3FC6-12E7ECD3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5C40-C122-4D2D-84E2-D589F6E9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5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6FF26-B99E-5B3A-9043-F9E890C04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7BCB7-A506-E7CB-4E46-ABCA899BA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A0865-6761-370F-DB13-861453FCE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24C6D-237F-0A91-43BF-A8D27F4F7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11B23-E4F0-7152-FF77-F8CC4D05C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79D84-4BCA-4B86-7E3D-88F33F5F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DDE0-085B-4986-8753-5D72572D84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3AF34-BCB0-8D73-B867-13517C84E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6CDA3A-1E0D-4D8B-8455-2053E0C8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5C40-C122-4D2D-84E2-D589F6E9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9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153A4-D8DB-284C-D8BC-3E811447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97F43-919E-FC34-953A-00346E357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DDE0-085B-4986-8753-5D72572D84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AAFC2C-3A26-E23B-083D-CC3DDBB12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211CB-8615-CDA1-6E2F-994541A5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5C40-C122-4D2D-84E2-D589F6E9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0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8C496-B2E3-E41C-3A51-8B60C85F6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DDE0-085B-4986-8753-5D72572D84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4A2046-8A7B-2FEF-D8FF-286AF727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769BD-F681-6872-E61B-4858A487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5C40-C122-4D2D-84E2-D589F6E9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9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5B89C-E190-034F-82CF-28B06BEFE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65FF3-511C-8065-1A19-A043692D3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1967C-3F9E-E8DA-C959-05B2FA4AE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68421-8D71-E350-5E10-818D08D7E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DDE0-085B-4986-8753-5D72572D84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7A83B-5FE4-4B49-5458-2224CF795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D6D85-94D7-FC8F-E8D0-837076DE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5C40-C122-4D2D-84E2-D589F6E9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71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973BE-43AA-90DC-9263-D5CD743E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25F3B-A6D0-D99B-25AA-6AB7DFB34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40B4E-1CD4-9B94-98CC-880A77A15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5869C-00ED-9E6C-6C47-BD2F00A3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DDE0-085B-4986-8753-5D72572D84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E1962-3012-FDA8-0705-B669D48D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A7B25-D098-8A2A-FAF1-0AA15E08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5C40-C122-4D2D-84E2-D589F6E9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33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91ED-B575-002A-9CB7-C80D3C45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708A2-6DBB-F6E2-8E0F-786D38AA7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72694-FF81-59B3-B9B0-D27101F03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DDE0-085B-4986-8753-5D72572D84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2057C-AAA5-37F3-E4B4-D72AECF0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B22D8-2C18-BF1B-A89C-E7CC5716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5C40-C122-4D2D-84E2-D589F6E9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2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44E362-B77C-EA09-77EB-23F929FD9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B1A44D-6FC5-C210-D358-128E283BA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BDF3F-A754-097A-2064-D88B1E9D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DDE0-085B-4986-8753-5D72572D84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5596F-54D9-4DCF-8EEA-2251FDC9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ADDC6-E33A-4417-123A-9FD4FF3B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B5C40-C122-4D2D-84E2-D589F6E9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06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33695E-0BDC-DFCE-476E-2142181C0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CAAC5-FAA1-280B-D630-9C67D98BB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303C1-9C67-1DCD-A731-5A3DB00B94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4DDE0-085B-4986-8753-5D72572D847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3C97D-101A-EA09-86D3-9501C357D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CCB55-E6C9-83B6-5615-9F2309EF9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9B5C40-C122-4D2D-84E2-D589F6E9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4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6ED243-56EB-5F50-5FDC-D099866F1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0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3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759390-2C25-8658-CC35-906BDFE46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55" y="1"/>
            <a:ext cx="121841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546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D515CD-03F6-A0A0-C69B-9DA517FAA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21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105869-E78F-8AFB-3B6B-6A897C226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93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A3125A-C39D-214F-FBFA-778747A0F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6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01563D-968C-6E7D-BC6D-E100253F2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15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7A01DA-78B9-B38F-D67F-D03FFABD3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77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FE510C-1A29-45A5-5D6E-CDF9E801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28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6F5C63-9015-AE22-165B-8D96DB946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734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60E94E-7355-A77B-2953-2CAC6FB29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02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3B65AD-4D71-8AC6-E4AB-75A32A40D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645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9E0105-BB01-47B3-7443-A803E32C7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180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2026-07-03T14:41:10Z</dcterms:created>
  <dcterms:modified xsi:type="dcterms:W3CDTF">2026-07-03T14:41:36Z</dcterms:modified>
</cp:coreProperties>
</file>